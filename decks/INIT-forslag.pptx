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Bytt ut: kundens navn, datoen, og tittelen. Tittelen er forbedringen i én setning, sett fra kundens side – ikke teknologien. Undertittelen viser til samtalen dere hadde, med 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Bruk kundens egne ord fra samtalen. Rader: hva oppgaven er, hvem som gjør den, hvor ofte, og hva den koster i tid. Denne siden er der kunden avgjør om du hørte 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 setning som sier hva som blir annerledes for kunden, og diagrammet som viser hvor løsningen sitter mellom systemene de allerede bruker. Ikke beskriv teknologien mer enn kunden spør 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kolonner med like mye plass. Kolonnen «ikke inkludert» er den viktigste på siden: den beskytter fastprisen og gjør det tydelig hva som eventuelt blir et nytt lite prosjekt.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Ett mål, formulert som på nettsiden («Mindre sammenstilling»), og ett tall før og etter. Si også hvordan det måles ved overlevering, med reelle eksempler.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fire stegene fra nettsiden med datoer, og det du trenger fra kunden: tilganger, eksempler, én kontaktperson. For et enkeltpersonsforetak er dette siden som hindrer forsinkelser.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Fastprisen stort, det som er inkludert som rader, og Trygg drift som et valg – ikke et vilkår. Eierskap står her fordi det er det spørsmålet som oftest kommer etterpå.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 handling, og hva som skjer når kunden gjør den. Ikke flere valg enn ett.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FORSLAG · EKSEMPEL AS ·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FORSLAG · 22. 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Ukesrapporten, klar mandag morgen.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konkret forslag til Eksempel AS etter samtalen 18. september: hva som bygges, hva det koster og når det er levert.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53503" y="2495914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0" y="0"/>
                </a:moveTo>
                <a:lnTo>
                  <a:pt x="311691" y="155846"/>
                </a:lnTo>
                <a:lnTo>
                  <a:pt x="311691" y="467537"/>
                </a:lnTo>
                <a:lnTo>
                  <a:pt x="0" y="31169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65194" y="2495914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311691" y="0"/>
                </a:moveTo>
                <a:lnTo>
                  <a:pt x="0" y="155846"/>
                </a:lnTo>
                <a:lnTo>
                  <a:pt x="0" y="467537"/>
                </a:lnTo>
                <a:lnTo>
                  <a:pt x="311691" y="31169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53503" y="2340069"/>
            <a:ext cx="623382" cy="311691"/>
          </a:xfrm>
          <a:custGeom>
            <a:avLst/>
            <a:gdLst/>
            <a:ahLst/>
            <a:cxnLst/>
            <a:rect l="l" t="t" r="r" b="b"/>
            <a:pathLst>
              <a:path w="623382" h="311691">
                <a:moveTo>
                  <a:pt x="311691" y="0"/>
                </a:moveTo>
                <a:lnTo>
                  <a:pt x="623382" y="155846"/>
                </a:lnTo>
                <a:lnTo>
                  <a:pt x="311691" y="311691"/>
                </a:lnTo>
                <a:lnTo>
                  <a:pt x="0" y="155846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53503" y="2184223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0" y="0"/>
                </a:moveTo>
                <a:lnTo>
                  <a:pt x="311691" y="155846"/>
                </a:lnTo>
                <a:lnTo>
                  <a:pt x="311691" y="467537"/>
                </a:lnTo>
                <a:lnTo>
                  <a:pt x="0" y="31169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65194" y="2184223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311691" y="0"/>
                </a:moveTo>
                <a:lnTo>
                  <a:pt x="0" y="155846"/>
                </a:lnTo>
                <a:lnTo>
                  <a:pt x="0" y="467537"/>
                </a:lnTo>
                <a:lnTo>
                  <a:pt x="311691" y="31169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53503" y="2028378"/>
            <a:ext cx="623382" cy="311691"/>
          </a:xfrm>
          <a:custGeom>
            <a:avLst/>
            <a:gdLst/>
            <a:ahLst/>
            <a:cxnLst/>
            <a:rect l="l" t="t" r="r" b="b"/>
            <a:pathLst>
              <a:path w="623382" h="311691">
                <a:moveTo>
                  <a:pt x="311691" y="0"/>
                </a:moveTo>
                <a:lnTo>
                  <a:pt x="623382" y="155846"/>
                </a:lnTo>
                <a:lnTo>
                  <a:pt x="311691" y="311691"/>
                </a:lnTo>
                <a:lnTo>
                  <a:pt x="0" y="155846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3503" y="1872532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0" y="0"/>
                </a:moveTo>
                <a:lnTo>
                  <a:pt x="311691" y="155846"/>
                </a:lnTo>
                <a:lnTo>
                  <a:pt x="311691" y="467537"/>
                </a:lnTo>
                <a:lnTo>
                  <a:pt x="0" y="31169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65194" y="1872532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311691" y="0"/>
                </a:moveTo>
                <a:lnTo>
                  <a:pt x="0" y="155846"/>
                </a:lnTo>
                <a:lnTo>
                  <a:pt x="0" y="467537"/>
                </a:lnTo>
                <a:lnTo>
                  <a:pt x="311691" y="31169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53503" y="1716687"/>
            <a:ext cx="623382" cy="311691"/>
          </a:xfrm>
          <a:custGeom>
            <a:avLst/>
            <a:gdLst/>
            <a:ahLst/>
            <a:cxnLst/>
            <a:rect l="l" t="t" r="r" b="b"/>
            <a:pathLst>
              <a:path w="623382" h="311691">
                <a:moveTo>
                  <a:pt x="311691" y="0"/>
                </a:moveTo>
                <a:lnTo>
                  <a:pt x="623382" y="155846"/>
                </a:lnTo>
                <a:lnTo>
                  <a:pt x="311691" y="311691"/>
                </a:lnTo>
                <a:lnTo>
                  <a:pt x="0" y="155846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30121" y="2807606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0" y="0"/>
                </a:moveTo>
                <a:lnTo>
                  <a:pt x="311691" y="155846"/>
                </a:lnTo>
                <a:lnTo>
                  <a:pt x="311691" y="467537"/>
                </a:lnTo>
                <a:lnTo>
                  <a:pt x="0" y="31169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1812" y="2807606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311691" y="0"/>
                </a:moveTo>
                <a:lnTo>
                  <a:pt x="0" y="155846"/>
                </a:lnTo>
                <a:lnTo>
                  <a:pt x="0" y="467537"/>
                </a:lnTo>
                <a:lnTo>
                  <a:pt x="311691" y="31169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30121" y="2651760"/>
            <a:ext cx="623382" cy="311691"/>
          </a:xfrm>
          <a:custGeom>
            <a:avLst/>
            <a:gdLst/>
            <a:ahLst/>
            <a:cxnLst/>
            <a:rect l="l" t="t" r="r" b="b"/>
            <a:pathLst>
              <a:path w="623382" h="311691">
                <a:moveTo>
                  <a:pt x="311691" y="0"/>
                </a:moveTo>
                <a:lnTo>
                  <a:pt x="623382" y="155846"/>
                </a:lnTo>
                <a:lnTo>
                  <a:pt x="311691" y="311691"/>
                </a:lnTo>
                <a:lnTo>
                  <a:pt x="0" y="155846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30121" y="2495914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0" y="0"/>
                </a:moveTo>
                <a:lnTo>
                  <a:pt x="311691" y="155846"/>
                </a:lnTo>
                <a:lnTo>
                  <a:pt x="311691" y="467537"/>
                </a:lnTo>
                <a:lnTo>
                  <a:pt x="0" y="31169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1812" y="2495914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311691" y="0"/>
                </a:moveTo>
                <a:lnTo>
                  <a:pt x="0" y="155846"/>
                </a:lnTo>
                <a:lnTo>
                  <a:pt x="0" y="467537"/>
                </a:lnTo>
                <a:lnTo>
                  <a:pt x="311691" y="31169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30121" y="2340069"/>
            <a:ext cx="623382" cy="311691"/>
          </a:xfrm>
          <a:custGeom>
            <a:avLst/>
            <a:gdLst/>
            <a:ahLst/>
            <a:cxnLst/>
            <a:rect l="l" t="t" r="r" b="b"/>
            <a:pathLst>
              <a:path w="623382" h="311691">
                <a:moveTo>
                  <a:pt x="311691" y="0"/>
                </a:moveTo>
                <a:lnTo>
                  <a:pt x="623382" y="155846"/>
                </a:lnTo>
                <a:lnTo>
                  <a:pt x="311691" y="311691"/>
                </a:lnTo>
                <a:lnTo>
                  <a:pt x="0" y="155846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6739" y="3119297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0" y="0"/>
                </a:moveTo>
                <a:lnTo>
                  <a:pt x="311691" y="155846"/>
                </a:lnTo>
                <a:lnTo>
                  <a:pt x="311691" y="467537"/>
                </a:lnTo>
                <a:lnTo>
                  <a:pt x="0" y="311691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18430" y="3119297"/>
            <a:ext cx="311691" cy="467537"/>
          </a:xfrm>
          <a:custGeom>
            <a:avLst/>
            <a:gdLst/>
            <a:ahLst/>
            <a:cxnLst/>
            <a:rect l="l" t="t" r="r" b="b"/>
            <a:pathLst>
              <a:path w="311691" h="467537">
                <a:moveTo>
                  <a:pt x="311691" y="0"/>
                </a:moveTo>
                <a:lnTo>
                  <a:pt x="0" y="155846"/>
                </a:lnTo>
                <a:lnTo>
                  <a:pt x="0" y="467537"/>
                </a:lnTo>
                <a:lnTo>
                  <a:pt x="311691" y="311691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6739" y="2963451"/>
            <a:ext cx="623382" cy="311691"/>
          </a:xfrm>
          <a:custGeom>
            <a:avLst/>
            <a:gdLst/>
            <a:ahLst/>
            <a:cxnLst/>
            <a:rect l="l" t="t" r="r" b="b"/>
            <a:pathLst>
              <a:path w="623382" h="311691">
                <a:moveTo>
                  <a:pt x="311691" y="0"/>
                </a:moveTo>
                <a:lnTo>
                  <a:pt x="623382" y="155846"/>
                </a:lnTo>
                <a:lnTo>
                  <a:pt x="311691" y="311691"/>
                </a:lnTo>
                <a:lnTo>
                  <a:pt x="0" y="155846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6918430" y="2340069"/>
            <a:ext cx="623382" cy="623382"/>
          </a:xfrm>
          <a:prstGeom prst="line">
            <a:avLst/>
          </a:prstGeom>
          <a:noFill/>
          <a:ln w="9525">
            <a:solidFill>
              <a:srgbClr val="353638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 flipV="1">
            <a:off x="7541812" y="1716687"/>
            <a:ext cx="623382" cy="623382"/>
          </a:xfrm>
          <a:prstGeom prst="line">
            <a:avLst/>
          </a:prstGeom>
          <a:noFill/>
          <a:ln w="9525">
            <a:solidFill>
              <a:srgbClr val="353638"/>
            </a:solidFill>
            <a:prstDash val="sys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FORSLAG · EKSEMPEL AS ·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Problemet, slik jeg forsto det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Slik ble det beskrevet i samtalen. Si fra om noe er feil eller mangler, så oppdaterer jeg forslaget.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64008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HVA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749808"/>
            <a:ext cx="3383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Ukesrapporten til ledermøtet settes sammen fra regnskapssystemet og et regneark med salgstall.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1472184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6093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HVEM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581912"/>
            <a:ext cx="338328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Daglig leder, med hjelp fra regnskapsfører når tallene ikke stemmer.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2106168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22433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HVOR OFTE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215896"/>
            <a:ext cx="3383280" cy="32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Hver mandag, før møtet klokken 10.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3360" y="2542032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2679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TIDSBRUK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651760"/>
            <a:ext cx="338328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Rundt fire timer i uken. Oftere når en kolonne er flyttet i regnearket.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0" y="3176016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23360" y="33131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KONSEKVENS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285744"/>
            <a:ext cx="338328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Møtet starter uten ferske tall, eller starter sent.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381000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FORSLAG · EKSEMPEL AS ·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Forslaget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Rapporten lages av seg selv natt til mandag og ligger i innboksen klokken 07. Systemene dere har i dag beholdes som de 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76809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C0D0E"/>
          </a:solidFill>
          <a:ln w="9525">
            <a:solidFill>
              <a:srgbClr val="3739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7680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Regnskapssystem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76809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C0D0E"/>
          </a:solidFill>
          <a:ln w="9525">
            <a:solidFill>
              <a:srgbClr val="3739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7680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 i innboksen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98464" y="896112"/>
            <a:ext cx="310896" cy="466344"/>
          </a:xfrm>
          <a:custGeom>
            <a:avLst/>
            <a:gdLst/>
            <a:ahLst/>
            <a:cxnLst/>
            <a:rect l="l" t="t" r="r" b="b"/>
            <a:pathLst>
              <a:path w="310896" h="466344">
                <a:moveTo>
                  <a:pt x="0" y="0"/>
                </a:moveTo>
                <a:lnTo>
                  <a:pt x="310896" y="155448"/>
                </a:lnTo>
                <a:lnTo>
                  <a:pt x="310896" y="466344"/>
                </a:lnTo>
                <a:lnTo>
                  <a:pt x="0" y="310896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896112"/>
            <a:ext cx="310896" cy="466344"/>
          </a:xfrm>
          <a:custGeom>
            <a:avLst/>
            <a:gdLst/>
            <a:ahLst/>
            <a:cxnLst/>
            <a:rect l="l" t="t" r="r" b="b"/>
            <a:pathLst>
              <a:path w="310896" h="466344">
                <a:moveTo>
                  <a:pt x="310896" y="0"/>
                </a:moveTo>
                <a:lnTo>
                  <a:pt x="0" y="155448"/>
                </a:lnTo>
                <a:lnTo>
                  <a:pt x="0" y="466344"/>
                </a:lnTo>
                <a:lnTo>
                  <a:pt x="310896" y="310896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98464" y="740664"/>
            <a:ext cx="621792" cy="310896"/>
          </a:xfrm>
          <a:custGeom>
            <a:avLst/>
            <a:gdLst/>
            <a:ahLst/>
            <a:cxnLst/>
            <a:rect l="l" t="t" r="r" b="b"/>
            <a:pathLst>
              <a:path w="621792" h="310896">
                <a:moveTo>
                  <a:pt x="310896" y="0"/>
                </a:moveTo>
                <a:lnTo>
                  <a:pt x="621792" y="155448"/>
                </a:lnTo>
                <a:lnTo>
                  <a:pt x="310896" y="310896"/>
                </a:lnTo>
                <a:lnTo>
                  <a:pt x="0" y="155448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13832" y="1051560"/>
            <a:ext cx="411480" cy="0"/>
          </a:xfrm>
          <a:prstGeom prst="line">
            <a:avLst/>
          </a:prstGeom>
          <a:noFill/>
          <a:ln w="9525">
            <a:solidFill>
              <a:srgbClr val="353638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6693408" y="1051560"/>
            <a:ext cx="411480" cy="0"/>
          </a:xfrm>
          <a:prstGeom prst="line">
            <a:avLst/>
          </a:prstGeom>
          <a:noFill/>
          <a:ln w="9525">
            <a:solidFill>
              <a:srgbClr val="353638"/>
            </a:solidFill>
            <a:prstDash val="sysDash"/>
          </a:ln>
        </p:spPr>
      </p:sp>
      <p:sp>
        <p:nvSpPr>
          <p:cNvPr id="17" name="Text 15"/>
          <p:cNvSpPr txBox="1"/>
          <p:nvPr/>
        </p:nvSpPr>
        <p:spPr>
          <a:xfrm>
            <a:off x="4937760" y="1618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INIT-LØSNINGEN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1837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Henter ukens tall, kontrollerer dem og sender rapporten som PDF og regneark, mandag 07:00.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2276856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0" y="2386584"/>
            <a:ext cx="457200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Salgstallene hentes fra det samme regnearket som i dag, så ingen må endre arbeidsmåte.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287782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2987548"/>
            <a:ext cx="457200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Avvik mellom kildene markeres i rapporten i stedet for å stoppe den.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23360" y="3478784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FORSLAG · EKSEMPEL AS ·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Avgrensning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Ett problem av gangen. Det som står til høyre er det som gjør fastprisen mulig.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INKLUDERT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023360" y="914400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024128"/>
            <a:ext cx="21031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Henting av ukens tall fra regnskapssystemet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515364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625092"/>
            <a:ext cx="21031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Innlesing av salgstall fra regnearket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2116328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0" y="2226056"/>
            <a:ext cx="21031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 som PDF og regneark, sendt på e-post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0" y="2717292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2827020"/>
            <a:ext cx="2103120" cy="30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Kontroll som markerer avvik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3136646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3246374"/>
            <a:ext cx="2103120" cy="30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med fire reelle uker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0" y="3556000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IKKE INKLUDERT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92240" y="914400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1024128"/>
            <a:ext cx="21031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Endringer i regnskapssystemet eller regnearket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1515364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625092"/>
            <a:ext cx="21031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Nye nøkkeltall utover dagens rapport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116328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2226056"/>
            <a:ext cx="21031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Rapporter for andre avdelinger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2717292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2827020"/>
            <a:ext cx="2103120" cy="30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Dashbord eller innlogging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136646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3246374"/>
            <a:ext cx="21031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 og overvåking etter 14 dager (se Trygg drift)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3737610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FORSLAG · EKSEMPEL AS ·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Resultat og mål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 ene tallet vi sjekker ved overlevering, og hvordan vi sjekker det.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640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MÅL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Mindre sammenstilling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023360" y="1554480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1691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DAG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timer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hver mandag, før møtet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1554480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691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ETTER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 å lese rapporten og sjekke avvik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23360" y="324612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3383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SLIK MÅLES DET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355848"/>
            <a:ext cx="320040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uker kjøres på ekte tall før overlevering, og rapporten sammenlignes med den som ble laget for hånd.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4028694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FORSLAG · EKSEMPEL AS ·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og leveringsdato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Levert tirsdag 20. oktober. Datoene forutsetter at jeg får det som står nederst innen 29. september.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1143000"/>
            <a:ext cx="4572000" cy="0"/>
          </a:xfrm>
          <a:prstGeom prst="line">
            <a:avLst/>
          </a:prstGeom>
          <a:noFill/>
          <a:ln w="9525">
            <a:solidFill>
              <a:srgbClr val="353638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4032504" y="1106424"/>
            <a:ext cx="100584" cy="150876"/>
          </a:xfrm>
          <a:custGeom>
            <a:avLst/>
            <a:gdLst/>
            <a:ahLst/>
            <a:cxnLst/>
            <a:rect l="l" t="t" r="r" b="b"/>
            <a:pathLst>
              <a:path w="100584" h="150876">
                <a:moveTo>
                  <a:pt x="0" y="0"/>
                </a:moveTo>
                <a:lnTo>
                  <a:pt x="100584" y="50292"/>
                </a:lnTo>
                <a:lnTo>
                  <a:pt x="100584" y="150876"/>
                </a:lnTo>
                <a:lnTo>
                  <a:pt x="0" y="100584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33088" y="1106424"/>
            <a:ext cx="100584" cy="150876"/>
          </a:xfrm>
          <a:custGeom>
            <a:avLst/>
            <a:gdLst/>
            <a:ahLst/>
            <a:cxnLst/>
            <a:rect l="l" t="t" r="r" b="b"/>
            <a:pathLst>
              <a:path w="100584" h="150876">
                <a:moveTo>
                  <a:pt x="100584" y="0"/>
                </a:moveTo>
                <a:lnTo>
                  <a:pt x="0" y="50292"/>
                </a:lnTo>
                <a:lnTo>
                  <a:pt x="0" y="150876"/>
                </a:lnTo>
                <a:lnTo>
                  <a:pt x="100584" y="100584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32504" y="1056132"/>
            <a:ext cx="201168" cy="100584"/>
          </a:xfrm>
          <a:custGeom>
            <a:avLst/>
            <a:gdLst/>
            <a:ahLst/>
            <a:cxnLst/>
            <a:rect l="l" t="t" r="r" b="b"/>
            <a:pathLst>
              <a:path w="201168" h="100584">
                <a:moveTo>
                  <a:pt x="100584" y="0"/>
                </a:moveTo>
                <a:lnTo>
                  <a:pt x="201168" y="50292"/>
                </a:lnTo>
                <a:lnTo>
                  <a:pt x="100584" y="100584"/>
                </a:lnTo>
                <a:lnTo>
                  <a:pt x="0" y="5029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6400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Kort prat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 sep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Gjort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75504" y="1106424"/>
            <a:ext cx="100584" cy="150876"/>
          </a:xfrm>
          <a:custGeom>
            <a:avLst/>
            <a:gdLst/>
            <a:ahLst/>
            <a:cxnLst/>
            <a:rect l="l" t="t" r="r" b="b"/>
            <a:pathLst>
              <a:path w="100584" h="150876">
                <a:moveTo>
                  <a:pt x="0" y="0"/>
                </a:moveTo>
                <a:lnTo>
                  <a:pt x="100584" y="50292"/>
                </a:lnTo>
                <a:lnTo>
                  <a:pt x="100584" y="150876"/>
                </a:lnTo>
                <a:lnTo>
                  <a:pt x="0" y="100584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6088" y="1106424"/>
            <a:ext cx="100584" cy="150876"/>
          </a:xfrm>
          <a:custGeom>
            <a:avLst/>
            <a:gdLst/>
            <a:ahLst/>
            <a:cxnLst/>
            <a:rect l="l" t="t" r="r" b="b"/>
            <a:pathLst>
              <a:path w="100584" h="150876">
                <a:moveTo>
                  <a:pt x="100584" y="0"/>
                </a:moveTo>
                <a:lnTo>
                  <a:pt x="0" y="50292"/>
                </a:lnTo>
                <a:lnTo>
                  <a:pt x="0" y="150876"/>
                </a:lnTo>
                <a:lnTo>
                  <a:pt x="100584" y="100584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75504" y="1056132"/>
            <a:ext cx="201168" cy="100584"/>
          </a:xfrm>
          <a:custGeom>
            <a:avLst/>
            <a:gdLst/>
            <a:ahLst/>
            <a:cxnLst/>
            <a:rect l="l" t="t" r="r" b="b"/>
            <a:pathLst>
              <a:path w="201168" h="100584">
                <a:moveTo>
                  <a:pt x="100584" y="0"/>
                </a:moveTo>
                <a:lnTo>
                  <a:pt x="201168" y="50292"/>
                </a:lnTo>
                <a:lnTo>
                  <a:pt x="100584" y="100584"/>
                </a:lnTo>
                <a:lnTo>
                  <a:pt x="0" y="50292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6400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Tilbud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 sep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Dette dokumentet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18504" y="1106424"/>
            <a:ext cx="100584" cy="150876"/>
          </a:xfrm>
          <a:custGeom>
            <a:avLst/>
            <a:gdLst/>
            <a:ahLst/>
            <a:cxnLst/>
            <a:rect l="l" t="t" r="r" b="b"/>
            <a:pathLst>
              <a:path w="100584" h="150876">
                <a:moveTo>
                  <a:pt x="0" y="0"/>
                </a:moveTo>
                <a:lnTo>
                  <a:pt x="100584" y="50292"/>
                </a:lnTo>
                <a:lnTo>
                  <a:pt x="100584" y="150876"/>
                </a:lnTo>
                <a:lnTo>
                  <a:pt x="0" y="100584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1106424"/>
            <a:ext cx="100584" cy="150876"/>
          </a:xfrm>
          <a:custGeom>
            <a:avLst/>
            <a:gdLst/>
            <a:ahLst/>
            <a:cxnLst/>
            <a:rect l="l" t="t" r="r" b="b"/>
            <a:pathLst>
              <a:path w="100584" h="150876">
                <a:moveTo>
                  <a:pt x="100584" y="0"/>
                </a:moveTo>
                <a:lnTo>
                  <a:pt x="0" y="50292"/>
                </a:lnTo>
                <a:lnTo>
                  <a:pt x="0" y="150876"/>
                </a:lnTo>
                <a:lnTo>
                  <a:pt x="100584" y="100584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18504" y="1056132"/>
            <a:ext cx="201168" cy="100584"/>
          </a:xfrm>
          <a:custGeom>
            <a:avLst/>
            <a:gdLst/>
            <a:ahLst/>
            <a:cxnLst/>
            <a:rect l="l" t="t" r="r" b="b"/>
            <a:pathLst>
              <a:path w="201168" h="100584">
                <a:moveTo>
                  <a:pt x="100584" y="0"/>
                </a:moveTo>
                <a:lnTo>
                  <a:pt x="201168" y="50292"/>
                </a:lnTo>
                <a:lnTo>
                  <a:pt x="100584" y="100584"/>
                </a:lnTo>
                <a:lnTo>
                  <a:pt x="0" y="5029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6400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Bygging og testing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 sep – 17. okt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uker på ekte tall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61504" y="1106424"/>
            <a:ext cx="100584" cy="150876"/>
          </a:xfrm>
          <a:custGeom>
            <a:avLst/>
            <a:gdLst/>
            <a:ahLst/>
            <a:cxnLst/>
            <a:rect l="l" t="t" r="r" b="b"/>
            <a:pathLst>
              <a:path w="100584" h="150876">
                <a:moveTo>
                  <a:pt x="0" y="0"/>
                </a:moveTo>
                <a:lnTo>
                  <a:pt x="100584" y="50292"/>
                </a:lnTo>
                <a:lnTo>
                  <a:pt x="100584" y="150876"/>
                </a:lnTo>
                <a:lnTo>
                  <a:pt x="0" y="100584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62088" y="1106424"/>
            <a:ext cx="100584" cy="150876"/>
          </a:xfrm>
          <a:custGeom>
            <a:avLst/>
            <a:gdLst/>
            <a:ahLst/>
            <a:cxnLst/>
            <a:rect l="l" t="t" r="r" b="b"/>
            <a:pathLst>
              <a:path w="100584" h="150876">
                <a:moveTo>
                  <a:pt x="100584" y="0"/>
                </a:moveTo>
                <a:lnTo>
                  <a:pt x="0" y="50292"/>
                </a:lnTo>
                <a:lnTo>
                  <a:pt x="0" y="150876"/>
                </a:lnTo>
                <a:lnTo>
                  <a:pt x="100584" y="100584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61504" y="1056132"/>
            <a:ext cx="201168" cy="100584"/>
          </a:xfrm>
          <a:custGeom>
            <a:avLst/>
            <a:gdLst/>
            <a:ahLst/>
            <a:cxnLst/>
            <a:rect l="l" t="t" r="r" b="b"/>
            <a:pathLst>
              <a:path w="201168" h="100584">
                <a:moveTo>
                  <a:pt x="100584" y="0"/>
                </a:moveTo>
                <a:lnTo>
                  <a:pt x="201168" y="50292"/>
                </a:lnTo>
                <a:lnTo>
                  <a:pt x="100584" y="100584"/>
                </a:lnTo>
                <a:lnTo>
                  <a:pt x="0" y="5029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360" y="6400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1417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Overlevering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 okt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Gjennomgang og 14 dager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023360" y="2743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 JEG TRENGER FRA DERE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23360" y="297180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023360" y="3081528"/>
            <a:ext cx="4572000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Lesetilgang til regnskapssystemet, i Eksempel AS sitt navn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23360" y="3382899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23360" y="3492627"/>
            <a:ext cx="4572000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Regnearket for salgstall og de fire siste ukesrapportene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23360" y="3793998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23360" y="3903726"/>
            <a:ext cx="4572000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Én kontaktperson som kan svare innen en dag i byggeperioden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023360" y="4205097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FORSLAG · EKSEMPEL AS ·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pris, avtalt før arbeidet starter. Ingen bindingstid og ingen fakturaer dere ikke har sett komme.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640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FØRSTE FORBEDRING · FAST PRIS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868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12 500 kr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eks. mva. Faktureres ved overlevering.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92024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2029968"/>
            <a:ext cx="4572000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Én klart definert forbedring, som avgrenset på side 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0" y="2331339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0" y="2441067"/>
            <a:ext cx="4572000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Bygging og testing på ekte tall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3360" y="2742438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2852166"/>
            <a:ext cx="4572000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Enkel dokumentasjon på norsk og gjennomgang ved overlevering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23360" y="3153537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3263265"/>
            <a:ext cx="4572000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dager med justering og feilretting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23360" y="3564636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0" y="3674364"/>
            <a:ext cx="4572000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Kontoer og tilganger i Eksempel AS sitt navn. Dere eier løsningen.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0" y="414909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0632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VALGFRITT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30175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401568"/>
            <a:ext cx="3017520" cy="64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Trygg drift fra 1 490 kr/mnd.: overvåking, feilretting og mindre oppdateringer. Ingen bindingstid.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049649"/>
            <a:ext cx="30175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FORSLAG · EKSEMPEL AS ·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 steg: svar på denne e-posten med «ok». </a:t>
            </a:r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sender jeg en kort avtale og en liste over tilgangene, og byggingen starter 29. september.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Forslag – Eksempel AS</dc:title>
  <dc:subject>PptxGenJS Presentation</dc:subject>
  <dc:creator>INIT</dc:creator>
  <cp:lastModifiedBy>INIT</cp:lastModifiedBy>
  <cp:revision>1</cp:revision>
  <dcterms:created xsi:type="dcterms:W3CDTF">2026-09-18T13:46:36Z</dcterms:created>
  <dcterms:modified xsi:type="dcterms:W3CDTF">2026-09-18T13:46:36Z</dcterms:modified>
</cp:coreProperties>
</file>