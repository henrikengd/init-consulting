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Samme tittel som på forslaget, med vilje: kunden skal se at det som ble lovet er det som ble levert. Bytt dato.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Forslagets «inkludert»-liste, med status. Alt skal stå som «Levert» – står det noe annet, er ikke overleveringen klar.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Diagrammet fra forslaget, nå med hva som går automatisk og hvor en person fortsatt sjekker. Hold det på ett nivå: kunden skal kunne forklare dette videre selv.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Dagsrutinen som en kort liste, og hva kunden gjør når noe ser galt ut. Skriv den som en oppskrift; det er denne siden som ender som utskrift ved pulten.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Samme mål og samme før-tall som i forslaget, og det målte etter-tallet. Denne siden er også kilden til et LinkedIn-innlegg og, etter 14 dager, til spørsmålet om et sitat.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Hvor alt ligger, hvem som eier hver konto, og hvor dokumentasjonen er. Ingen tilganger skal stå i INITs navn etter denne siden.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Hvordan de melder feil, Trygg drift som valg, og listen over ting du la merke til underveis som var utenfor avgrensningen. Den siste listen er ditt neste prosjekt – men det er kunden som velger.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OVERLEVERING · EKSEMPEL AS · OKTOBER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OVERLEVERING · 20. OKTOBER 2026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Ukesrapporten, klar mandag morgen.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Gjennomgang av det som er levert til Eksempel AS: slik virker det, slik brukes det, og hva som skjer de neste 14 dagene.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74275" y="2974583"/>
            <a:ext cx="467537" cy="701305"/>
          </a:xfrm>
          <a:custGeom>
            <a:avLst/>
            <a:gdLst/>
            <a:ahLst/>
            <a:cxnLst/>
            <a:rect l="l" t="t" r="r" b="b"/>
            <a:pathLst>
              <a:path w="467537" h="701305">
                <a:moveTo>
                  <a:pt x="0" y="0"/>
                </a:moveTo>
                <a:lnTo>
                  <a:pt x="467537" y="233768"/>
                </a:lnTo>
                <a:lnTo>
                  <a:pt x="467537" y="701305"/>
                </a:lnTo>
                <a:lnTo>
                  <a:pt x="0" y="467537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41812" y="2974583"/>
            <a:ext cx="467537" cy="701305"/>
          </a:xfrm>
          <a:custGeom>
            <a:avLst/>
            <a:gdLst/>
            <a:ahLst/>
            <a:cxnLst/>
            <a:rect l="l" t="t" r="r" b="b"/>
            <a:pathLst>
              <a:path w="467537" h="701305">
                <a:moveTo>
                  <a:pt x="467537" y="0"/>
                </a:moveTo>
                <a:lnTo>
                  <a:pt x="0" y="233768"/>
                </a:lnTo>
                <a:lnTo>
                  <a:pt x="0" y="701305"/>
                </a:lnTo>
                <a:lnTo>
                  <a:pt x="467537" y="467537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74275" y="2740815"/>
            <a:ext cx="935073" cy="467537"/>
          </a:xfrm>
          <a:custGeom>
            <a:avLst/>
            <a:gdLst/>
            <a:ahLst/>
            <a:cxnLst/>
            <a:rect l="l" t="t" r="r" b="b"/>
            <a:pathLst>
              <a:path w="935073" h="467537">
                <a:moveTo>
                  <a:pt x="467537" y="0"/>
                </a:moveTo>
                <a:lnTo>
                  <a:pt x="935073" y="233768"/>
                </a:lnTo>
                <a:lnTo>
                  <a:pt x="467537" y="467537"/>
                </a:lnTo>
                <a:lnTo>
                  <a:pt x="0" y="233768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74275" y="2417992"/>
            <a:ext cx="467537" cy="701305"/>
          </a:xfrm>
          <a:custGeom>
            <a:avLst/>
            <a:gdLst/>
            <a:ahLst/>
            <a:cxnLst/>
            <a:rect l="l" t="t" r="r" b="b"/>
            <a:pathLst>
              <a:path w="467537" h="701305">
                <a:moveTo>
                  <a:pt x="0" y="0"/>
                </a:moveTo>
                <a:lnTo>
                  <a:pt x="467537" y="233768"/>
                </a:lnTo>
                <a:lnTo>
                  <a:pt x="467537" y="701305"/>
                </a:lnTo>
                <a:lnTo>
                  <a:pt x="0" y="467537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1812" y="2417992"/>
            <a:ext cx="467537" cy="701305"/>
          </a:xfrm>
          <a:custGeom>
            <a:avLst/>
            <a:gdLst/>
            <a:ahLst/>
            <a:cxnLst/>
            <a:rect l="l" t="t" r="r" b="b"/>
            <a:pathLst>
              <a:path w="467537" h="701305">
                <a:moveTo>
                  <a:pt x="467537" y="0"/>
                </a:moveTo>
                <a:lnTo>
                  <a:pt x="0" y="233768"/>
                </a:lnTo>
                <a:lnTo>
                  <a:pt x="0" y="701305"/>
                </a:lnTo>
                <a:lnTo>
                  <a:pt x="467537" y="467537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1C1D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74275" y="2184223"/>
            <a:ext cx="935073" cy="467537"/>
          </a:xfrm>
          <a:custGeom>
            <a:avLst/>
            <a:gdLst/>
            <a:ahLst/>
            <a:cxnLst/>
            <a:rect l="l" t="t" r="r" b="b"/>
            <a:pathLst>
              <a:path w="935073" h="467537">
                <a:moveTo>
                  <a:pt x="467537" y="0"/>
                </a:moveTo>
                <a:lnTo>
                  <a:pt x="935073" y="233768"/>
                </a:lnTo>
                <a:lnTo>
                  <a:pt x="467537" y="467537"/>
                </a:lnTo>
                <a:lnTo>
                  <a:pt x="0" y="233768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74275" y="1861400"/>
            <a:ext cx="467537" cy="701305"/>
          </a:xfrm>
          <a:custGeom>
            <a:avLst/>
            <a:gdLst/>
            <a:ahLst/>
            <a:cxnLst/>
            <a:rect l="l" t="t" r="r" b="b"/>
            <a:pathLst>
              <a:path w="467537" h="701305">
                <a:moveTo>
                  <a:pt x="0" y="0"/>
                </a:moveTo>
                <a:lnTo>
                  <a:pt x="467537" y="233768"/>
                </a:lnTo>
                <a:lnTo>
                  <a:pt x="467537" y="701305"/>
                </a:lnTo>
                <a:lnTo>
                  <a:pt x="0" y="467537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1812" y="1861400"/>
            <a:ext cx="467537" cy="701305"/>
          </a:xfrm>
          <a:custGeom>
            <a:avLst/>
            <a:gdLst/>
            <a:ahLst/>
            <a:cxnLst/>
            <a:rect l="l" t="t" r="r" b="b"/>
            <a:pathLst>
              <a:path w="467537" h="701305">
                <a:moveTo>
                  <a:pt x="467537" y="0"/>
                </a:moveTo>
                <a:lnTo>
                  <a:pt x="0" y="233768"/>
                </a:lnTo>
                <a:lnTo>
                  <a:pt x="0" y="701305"/>
                </a:lnTo>
                <a:lnTo>
                  <a:pt x="467537" y="467537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74275" y="1627632"/>
            <a:ext cx="935073" cy="467537"/>
          </a:xfrm>
          <a:custGeom>
            <a:avLst/>
            <a:gdLst/>
            <a:ahLst/>
            <a:cxnLst/>
            <a:rect l="l" t="t" r="r" b="b"/>
            <a:pathLst>
              <a:path w="935073" h="467537">
                <a:moveTo>
                  <a:pt x="467537" y="0"/>
                </a:moveTo>
                <a:lnTo>
                  <a:pt x="935073" y="233768"/>
                </a:lnTo>
                <a:lnTo>
                  <a:pt x="467537" y="467537"/>
                </a:lnTo>
                <a:lnTo>
                  <a:pt x="0" y="233768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OVERLEVERING · EKSEMPEL AS · OKTOBER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Dette ble levert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 forslaget fra 22. september, punkt for punkt.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64008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777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LEVERT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749808"/>
            <a:ext cx="3657600" cy="31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Henting av ukens tall fra regnskapssystemet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23360" y="1067689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204849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177417"/>
            <a:ext cx="3657600" cy="31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Innlesing av salgstall fra regnearket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23360" y="1495298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163245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LEVERT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605026"/>
            <a:ext cx="3657600" cy="31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 som PDF og regneark, sendt mandag 07:00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23360" y="1922907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2060067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LEVERT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032635"/>
            <a:ext cx="3657600" cy="31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Kontroll som markerer avvik mellom kildene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23360" y="2350516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23360" y="24876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LEVERT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460244"/>
            <a:ext cx="3657600" cy="507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Testet på fire reelle uker, sammenlignet med de manuelle rapportene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023360" y="296799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OVERLEVERING · EKSEMPEL AS · OKTOBER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Slik virker det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 som skjer av seg selv, og det ene stedet et menneske fortsatt ser over.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76809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C0D0E"/>
          </a:solidFill>
          <a:ln w="9525">
            <a:solidFill>
              <a:srgbClr val="3739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7680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Regnskapssystem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76809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0C0D0E"/>
          </a:solidFill>
          <a:ln w="9525">
            <a:solidFill>
              <a:srgbClr val="3739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7680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 i innboksen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98464" y="896112"/>
            <a:ext cx="310896" cy="466344"/>
          </a:xfrm>
          <a:custGeom>
            <a:avLst/>
            <a:gdLst/>
            <a:ahLst/>
            <a:cxnLst/>
            <a:rect l="l" t="t" r="r" b="b"/>
            <a:pathLst>
              <a:path w="310896" h="466344">
                <a:moveTo>
                  <a:pt x="0" y="0"/>
                </a:moveTo>
                <a:lnTo>
                  <a:pt x="310896" y="155448"/>
                </a:lnTo>
                <a:lnTo>
                  <a:pt x="310896" y="466344"/>
                </a:lnTo>
                <a:lnTo>
                  <a:pt x="0" y="310896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896112"/>
            <a:ext cx="310896" cy="466344"/>
          </a:xfrm>
          <a:custGeom>
            <a:avLst/>
            <a:gdLst/>
            <a:ahLst/>
            <a:cxnLst/>
            <a:rect l="l" t="t" r="r" b="b"/>
            <a:pathLst>
              <a:path w="310896" h="466344">
                <a:moveTo>
                  <a:pt x="310896" y="0"/>
                </a:moveTo>
                <a:lnTo>
                  <a:pt x="0" y="155448"/>
                </a:lnTo>
                <a:lnTo>
                  <a:pt x="0" y="466344"/>
                </a:lnTo>
                <a:lnTo>
                  <a:pt x="310896" y="310896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98464" y="740664"/>
            <a:ext cx="621792" cy="310896"/>
          </a:xfrm>
          <a:custGeom>
            <a:avLst/>
            <a:gdLst/>
            <a:ahLst/>
            <a:cxnLst/>
            <a:rect l="l" t="t" r="r" b="b"/>
            <a:pathLst>
              <a:path w="621792" h="310896">
                <a:moveTo>
                  <a:pt x="310896" y="0"/>
                </a:moveTo>
                <a:lnTo>
                  <a:pt x="621792" y="155448"/>
                </a:lnTo>
                <a:lnTo>
                  <a:pt x="310896" y="310896"/>
                </a:lnTo>
                <a:lnTo>
                  <a:pt x="0" y="155448"/>
                </a:lnTo>
                <a:close/>
              </a:path>
            </a:pathLst>
          </a:custGeom>
          <a:solidFill>
            <a:srgbClr val="1F2021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13832" y="1051560"/>
            <a:ext cx="411480" cy="0"/>
          </a:xfrm>
          <a:prstGeom prst="line">
            <a:avLst/>
          </a:prstGeom>
          <a:noFill/>
          <a:ln w="9525">
            <a:solidFill>
              <a:srgbClr val="353638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6693408" y="1051560"/>
            <a:ext cx="411480" cy="0"/>
          </a:xfrm>
          <a:prstGeom prst="line">
            <a:avLst/>
          </a:prstGeom>
          <a:noFill/>
          <a:ln w="9525">
            <a:solidFill>
              <a:srgbClr val="353638"/>
            </a:solidFill>
            <a:prstDash val="sysDash"/>
          </a:ln>
        </p:spPr>
      </p:sp>
      <p:sp>
        <p:nvSpPr>
          <p:cNvPr id="17" name="Text 15"/>
          <p:cNvSpPr txBox="1"/>
          <p:nvPr/>
        </p:nvSpPr>
        <p:spPr>
          <a:xfrm>
            <a:off x="4937760" y="1618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INIT-LØSNINGEN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1837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Kjører natt til mandag klokken 04. Rapporten er i innboksen klokken 07.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2276856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0" y="24140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AUTOMATISK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386584"/>
            <a:ext cx="34747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Henting, sammenstilling, kontroll og utsending.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287782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23360" y="30149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MENNESKE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987548"/>
            <a:ext cx="34747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Avvik markert i gult i rapporten sjekkes av daglig leder før møtet.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0" y="3478784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OVERLEVERING · EKSEMPEL AS · OKTOBER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Slik bruker dere det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Rutinen på mandag, og hva dere gjør når noe ser feil ut.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64008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777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07:00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749808"/>
            <a:ext cx="34747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Rapporten ligger i innboksen til daglig leder og regnskapsfører.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241044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3782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FØR MØTET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1350772"/>
            <a:ext cx="34747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over rader markert i gult. De betyr at kildene ikke stemte overens.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1842008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1979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KOMMER IKKE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951736"/>
            <a:ext cx="347472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Sjekk at regnearket ligger på samme sted og har samme kolonner. Send meg en melding hvis det er i orden.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2624582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276174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FEIL TALL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734310"/>
            <a:ext cx="34747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Svar på rapport-e-posten med hvilken rad. Jeg svarer innen én arbeidsdag i de 14 dagene.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25546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OVERLEVERING · EKSEMPEL AS · OKTOBER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Målt mot målet i forslaget, på de fire ukene løsningen ble testet på.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640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MÅL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Mindre sammenstilling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023360" y="1554480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1691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FØR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timer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hver mandag, satt sammen for hånd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92240" y="1554480"/>
            <a:ext cx="210312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691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ETTER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min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målt over fire mandager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23360" y="324612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3383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AVVIK FUNNET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355848"/>
            <a:ext cx="320040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av fire uker hadde en rad der regnearket og regnskapet ikke stemte. To av dem var feil i regnearket.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4028694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OVERLEVERING · EKSEMPEL AS · OKTOBER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Eierskap og tilganger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 står i Eksempel AS sitt navn. Dere kan ta det videre uten meg.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64008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777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KJØRING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749808"/>
            <a:ext cx="329184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Automatiseringskontoen, opprettet på post@eksempel.no. Passord er sendt til daglig leder.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422654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55981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REGNSKAP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532382"/>
            <a:ext cx="329184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Lesetilgang for automatiseringskontoen. Kan fjernes av dere når som helst.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2023618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216077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REGNEARK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133346"/>
            <a:ext cx="329184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Uendret. Løsningen leser fra samme fil som før.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2624582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276174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DOKUMENTASJON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734310"/>
            <a:ext cx="329184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Én side på norsk: hva løsningen gjør, hvor den kjører, og hva man gjør når den stopper. Ligger i den delte mappen.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407156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464" y="4700587"/>
            <a:ext cx="69220" cy="72009"/>
          </a:xfrm>
          <a:custGeom>
            <a:avLst/>
            <a:gdLst/>
            <a:ahLst/>
            <a:cxnLst/>
            <a:rect l="l" t="t" r="r" b="b"/>
            <a:pathLst>
              <a:path w="69220" h="72009">
                <a:moveTo>
                  <a:pt x="27752" y="0"/>
                </a:moveTo>
                <a:lnTo>
                  <a:pt x="41468" y="0"/>
                </a:lnTo>
                <a:lnTo>
                  <a:pt x="41468" y="24126"/>
                </a:lnTo>
                <a:lnTo>
                  <a:pt x="62362" y="12063"/>
                </a:lnTo>
                <a:lnTo>
                  <a:pt x="69220" y="23941"/>
                </a:lnTo>
                <a:lnTo>
                  <a:pt x="48326" y="36004"/>
                </a:lnTo>
                <a:lnTo>
                  <a:pt x="69220" y="48068"/>
                </a:lnTo>
                <a:lnTo>
                  <a:pt x="62362" y="59946"/>
                </a:lnTo>
                <a:lnTo>
                  <a:pt x="41468" y="47883"/>
                </a:lnTo>
                <a:lnTo>
                  <a:pt x="41468" y="72009"/>
                </a:lnTo>
                <a:lnTo>
                  <a:pt x="27752" y="72009"/>
                </a:lnTo>
                <a:lnTo>
                  <a:pt x="27752" y="47883"/>
                </a:lnTo>
                <a:lnTo>
                  <a:pt x="6858" y="59946"/>
                </a:lnTo>
                <a:lnTo>
                  <a:pt x="0" y="48068"/>
                </a:lnTo>
                <a:lnTo>
                  <a:pt x="20894" y="36004"/>
                </a:lnTo>
                <a:lnTo>
                  <a:pt x="0" y="23941"/>
                </a:lnTo>
                <a:lnTo>
                  <a:pt x="6858" y="12063"/>
                </a:lnTo>
                <a:lnTo>
                  <a:pt x="27752" y="24126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3" name="Shape 1"/>
          <p:cNvSpPr/>
          <p:nvPr/>
        </p:nvSpPr>
        <p:spPr>
          <a:xfrm>
            <a:off x="652912" y="4695132"/>
            <a:ext cx="52371" cy="82920"/>
          </a:xfrm>
          <a:custGeom>
            <a:avLst/>
            <a:gdLst/>
            <a:ahLst/>
            <a:cxnLst/>
            <a:rect l="l" t="t" r="r" b="b"/>
            <a:pathLst>
              <a:path w="52371" h="82920">
                <a:moveTo>
                  <a:pt x="10911" y="0"/>
                </a:moveTo>
                <a:lnTo>
                  <a:pt x="52371" y="41460"/>
                </a:lnTo>
                <a:lnTo>
                  <a:pt x="10911" y="82920"/>
                </a:lnTo>
                <a:lnTo>
                  <a:pt x="0" y="72009"/>
                </a:lnTo>
                <a:lnTo>
                  <a:pt x="30549" y="41460"/>
                </a:lnTo>
                <a:lnTo>
                  <a:pt x="0" y="10911"/>
                </a:lnTo>
                <a:close/>
              </a:path>
            </a:pathLst>
          </a:custGeom>
          <a:solidFill>
            <a:srgbClr val="8A8F9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663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· OVERLEVERING · EKSEMPEL AS · OKTOBER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7F8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neste 14 dagene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A8F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Justering og feilretting er inkludert til 3. november. Deretter velger dere.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640080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777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TIL 3. NOV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749808"/>
            <a:ext cx="3474720" cy="49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Svar på rapport-e-posten eller send en melding. Jeg svarer innen én arbeidsdag.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241044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3782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ETTERPÅ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1350772"/>
            <a:ext cx="3474720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Trygg drift fra 1 490 kr/mnd.: overvåking, feilretting og mindre oppdateringer. Ingen bindingstid. Eller ingenting: løsningen kjører videre som den 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2205228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24795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LAGT MERKE TIL UNDERVEIS, UTENFOR AVGRENSNINGEN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23360" y="2708148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2817876"/>
            <a:ext cx="4572000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Salgstallene legges inn for hånd i regnearket fra kassesystemet. Det kan hentes direkte.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23360" y="3292602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3402330"/>
            <a:ext cx="4572000" cy="30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Regnskapsfører lager en lignende rapport for styret hver måned.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23360" y="3703701"/>
            <a:ext cx="4572000" cy="0"/>
          </a:xfrm>
          <a:prstGeom prst="line">
            <a:avLst/>
          </a:prstGeom>
          <a:noFill/>
          <a:ln w="9525">
            <a:solidFill>
              <a:srgbClr val="2021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922" y="3170583"/>
            <a:ext cx="1526650" cy="763325"/>
          </a:xfrm>
          <a:custGeom>
            <a:avLst/>
            <a:gdLst/>
            <a:ahLst/>
            <a:cxnLst/>
            <a:rect l="l" t="t" r="r" b="b"/>
            <a:pathLst>
              <a:path w="1526650" h="763325">
                <a:moveTo>
                  <a:pt x="763325" y="0"/>
                </a:moveTo>
                <a:lnTo>
                  <a:pt x="1526650" y="381663"/>
                </a:lnTo>
                <a:lnTo>
                  <a:pt x="763325" y="763325"/>
                </a:lnTo>
                <a:lnTo>
                  <a:pt x="0" y="381663"/>
                </a:lnTo>
                <a:close/>
              </a:path>
            </a:pathLst>
          </a:custGeom>
          <a:ln w="9525">
            <a:solidFill>
              <a:srgbClr val="1C1D1E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1429247" y="3170583"/>
            <a:ext cx="254442" cy="381663"/>
          </a:xfrm>
          <a:custGeom>
            <a:avLst/>
            <a:gdLst/>
            <a:ahLst/>
            <a:cxnLst/>
            <a:rect l="l" t="t" r="r" b="b"/>
            <a:pathLst>
              <a:path w="254442" h="381663">
                <a:moveTo>
                  <a:pt x="0" y="0"/>
                </a:moveTo>
                <a:lnTo>
                  <a:pt x="254442" y="127221"/>
                </a:lnTo>
                <a:lnTo>
                  <a:pt x="254442" y="381663"/>
                </a:lnTo>
                <a:lnTo>
                  <a:pt x="0" y="25444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83689" y="3170583"/>
            <a:ext cx="254442" cy="381663"/>
          </a:xfrm>
          <a:custGeom>
            <a:avLst/>
            <a:gdLst/>
            <a:ahLst/>
            <a:cxnLst/>
            <a:rect l="l" t="t" r="r" b="b"/>
            <a:pathLst>
              <a:path w="254442" h="381663">
                <a:moveTo>
                  <a:pt x="254442" y="0"/>
                </a:moveTo>
                <a:lnTo>
                  <a:pt x="0" y="127221"/>
                </a:lnTo>
                <a:lnTo>
                  <a:pt x="0" y="381663"/>
                </a:lnTo>
                <a:lnTo>
                  <a:pt x="254442" y="25444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29247" y="3043362"/>
            <a:ext cx="508883" cy="254442"/>
          </a:xfrm>
          <a:custGeom>
            <a:avLst/>
            <a:gdLst/>
            <a:ahLst/>
            <a:cxnLst/>
            <a:rect l="l" t="t" r="r" b="b"/>
            <a:pathLst>
              <a:path w="508883" h="254442">
                <a:moveTo>
                  <a:pt x="254442" y="0"/>
                </a:moveTo>
                <a:lnTo>
                  <a:pt x="508883" y="127221"/>
                </a:lnTo>
                <a:lnTo>
                  <a:pt x="254442" y="254442"/>
                </a:lnTo>
                <a:lnTo>
                  <a:pt x="0" y="12722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0363" y="3170583"/>
            <a:ext cx="254442" cy="381663"/>
          </a:xfrm>
          <a:custGeom>
            <a:avLst/>
            <a:gdLst/>
            <a:ahLst/>
            <a:cxnLst/>
            <a:rect l="l" t="t" r="r" b="b"/>
            <a:pathLst>
              <a:path w="254442" h="381663">
                <a:moveTo>
                  <a:pt x="0" y="0"/>
                </a:moveTo>
                <a:lnTo>
                  <a:pt x="254442" y="127221"/>
                </a:lnTo>
                <a:lnTo>
                  <a:pt x="254442" y="381663"/>
                </a:lnTo>
                <a:lnTo>
                  <a:pt x="0" y="25444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4805" y="3170583"/>
            <a:ext cx="254442" cy="381663"/>
          </a:xfrm>
          <a:custGeom>
            <a:avLst/>
            <a:gdLst/>
            <a:ahLst/>
            <a:cxnLst/>
            <a:rect l="l" t="t" r="r" b="b"/>
            <a:pathLst>
              <a:path w="254442" h="381663">
                <a:moveTo>
                  <a:pt x="254442" y="0"/>
                </a:moveTo>
                <a:lnTo>
                  <a:pt x="0" y="127221"/>
                </a:lnTo>
                <a:lnTo>
                  <a:pt x="0" y="381663"/>
                </a:lnTo>
                <a:lnTo>
                  <a:pt x="254442" y="25444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0363" y="3043362"/>
            <a:ext cx="508883" cy="254442"/>
          </a:xfrm>
          <a:custGeom>
            <a:avLst/>
            <a:gdLst/>
            <a:ahLst/>
            <a:cxnLst/>
            <a:rect l="l" t="t" r="r" b="b"/>
            <a:pathLst>
              <a:path w="508883" h="254442">
                <a:moveTo>
                  <a:pt x="254442" y="0"/>
                </a:moveTo>
                <a:lnTo>
                  <a:pt x="508883" y="127221"/>
                </a:lnTo>
                <a:lnTo>
                  <a:pt x="254442" y="254442"/>
                </a:lnTo>
                <a:lnTo>
                  <a:pt x="0" y="12722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29247" y="3425024"/>
            <a:ext cx="254442" cy="381663"/>
          </a:xfrm>
          <a:custGeom>
            <a:avLst/>
            <a:gdLst/>
            <a:ahLst/>
            <a:cxnLst/>
            <a:rect l="l" t="t" r="r" b="b"/>
            <a:pathLst>
              <a:path w="254442" h="381663">
                <a:moveTo>
                  <a:pt x="0" y="0"/>
                </a:moveTo>
                <a:lnTo>
                  <a:pt x="254442" y="127221"/>
                </a:lnTo>
                <a:lnTo>
                  <a:pt x="254442" y="381663"/>
                </a:lnTo>
                <a:lnTo>
                  <a:pt x="0" y="25444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83689" y="3425024"/>
            <a:ext cx="254442" cy="381663"/>
          </a:xfrm>
          <a:custGeom>
            <a:avLst/>
            <a:gdLst/>
            <a:ahLst/>
            <a:cxnLst/>
            <a:rect l="l" t="t" r="r" b="b"/>
            <a:pathLst>
              <a:path w="254442" h="381663">
                <a:moveTo>
                  <a:pt x="254442" y="0"/>
                </a:moveTo>
                <a:lnTo>
                  <a:pt x="0" y="127221"/>
                </a:lnTo>
                <a:lnTo>
                  <a:pt x="0" y="381663"/>
                </a:lnTo>
                <a:lnTo>
                  <a:pt x="254442" y="25444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29247" y="3297803"/>
            <a:ext cx="508883" cy="254442"/>
          </a:xfrm>
          <a:custGeom>
            <a:avLst/>
            <a:gdLst/>
            <a:ahLst/>
            <a:cxnLst/>
            <a:rect l="l" t="t" r="r" b="b"/>
            <a:pathLst>
              <a:path w="508883" h="254442">
                <a:moveTo>
                  <a:pt x="254442" y="0"/>
                </a:moveTo>
                <a:lnTo>
                  <a:pt x="508883" y="127221"/>
                </a:lnTo>
                <a:lnTo>
                  <a:pt x="254442" y="254442"/>
                </a:lnTo>
                <a:lnTo>
                  <a:pt x="0" y="12722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0363" y="3425024"/>
            <a:ext cx="254442" cy="381663"/>
          </a:xfrm>
          <a:custGeom>
            <a:avLst/>
            <a:gdLst/>
            <a:ahLst/>
            <a:cxnLst/>
            <a:rect l="l" t="t" r="r" b="b"/>
            <a:pathLst>
              <a:path w="254442" h="381663">
                <a:moveTo>
                  <a:pt x="0" y="0"/>
                </a:moveTo>
                <a:lnTo>
                  <a:pt x="254442" y="127221"/>
                </a:lnTo>
                <a:lnTo>
                  <a:pt x="254442" y="381663"/>
                </a:lnTo>
                <a:lnTo>
                  <a:pt x="0" y="25444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74805" y="3425024"/>
            <a:ext cx="254442" cy="381663"/>
          </a:xfrm>
          <a:custGeom>
            <a:avLst/>
            <a:gdLst/>
            <a:ahLst/>
            <a:cxnLst/>
            <a:rect l="l" t="t" r="r" b="b"/>
            <a:pathLst>
              <a:path w="254442" h="381663">
                <a:moveTo>
                  <a:pt x="254442" y="0"/>
                </a:moveTo>
                <a:lnTo>
                  <a:pt x="0" y="127221"/>
                </a:lnTo>
                <a:lnTo>
                  <a:pt x="0" y="381663"/>
                </a:lnTo>
                <a:lnTo>
                  <a:pt x="254442" y="254442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0363" y="3297803"/>
            <a:ext cx="508883" cy="254442"/>
          </a:xfrm>
          <a:custGeom>
            <a:avLst/>
            <a:gdLst/>
            <a:ahLst/>
            <a:cxnLst/>
            <a:rect l="l" t="t" r="r" b="b"/>
            <a:pathLst>
              <a:path w="508883" h="254442">
                <a:moveTo>
                  <a:pt x="254442" y="0"/>
                </a:moveTo>
                <a:lnTo>
                  <a:pt x="508883" y="127221"/>
                </a:lnTo>
                <a:lnTo>
                  <a:pt x="254442" y="254442"/>
                </a:lnTo>
                <a:lnTo>
                  <a:pt x="0" y="127221"/>
                </a:lnTo>
                <a:close/>
              </a:path>
            </a:pathLst>
          </a:custGeom>
          <a:solidFill>
            <a:srgbClr val="0C0D0E"/>
          </a:solidFill>
          <a:ln w="9525">
            <a:solidFill>
              <a:srgbClr val="35363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Overlevering – Eksempel AS</dc:title>
  <dc:subject>PptxGenJS Presentation</dc:subject>
  <dc:creator>INIT</dc:creator>
  <cp:lastModifiedBy>INIT</cp:lastModifiedBy>
  <cp:revision>1</cp:revision>
  <dcterms:created xsi:type="dcterms:W3CDTF">2026-09-18T13:46:36Z</dcterms:created>
  <dcterms:modified xsi:type="dcterms:W3CDTF">2026-09-18T13:46:36Z</dcterms:modified>
</cp:coreProperties>
</file>